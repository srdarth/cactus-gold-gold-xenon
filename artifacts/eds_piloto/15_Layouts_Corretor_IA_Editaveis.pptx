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IMÓVEL EM DESTAQUE</a:t>
            </a:r>
          </a:p>
          <a:p>
            <a:pPr>
              <a:defRPr sz="1700"/>
            </a:pPr>
            <a:r>
              <a:t>Bairro • Tipo • principal atributo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CHAME NO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NOVO NO MERCADO</a:t>
            </a:r>
          </a:p>
          <a:p>
            <a:pPr>
              <a:defRPr sz="1700"/>
            </a:pPr>
            <a:r>
              <a:t>Foto + preço confirmado + 3 pontos fortes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QUERO SABER MAIS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PARA ALUGAR</a:t>
            </a:r>
          </a:p>
          <a:p>
            <a:pPr>
              <a:defRPr sz="1700"/>
            </a:pPr>
            <a:r>
              <a:t>Foto + bairro + valor/condições confirmadas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AGENDAR VISITA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VOCÊ MORARIA AQUI?</a:t>
            </a:r>
          </a:p>
          <a:p>
            <a:pPr>
              <a:defRPr sz="1700"/>
            </a:pPr>
            <a:r>
              <a:t>Foto grande + pergunta curta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RESPONDA NO DIRECT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3 DETALHES</a:t>
            </a:r>
          </a:p>
          <a:p>
            <a:pPr>
              <a:defRPr sz="1700"/>
            </a:pPr>
            <a:r>
              <a:t>Detalhe 1 • Detalhe 2 • Detalhe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VEJA A FICHA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POR DENTRO DESTE IMÓVEL</a:t>
            </a:r>
          </a:p>
          <a:p>
            <a:pPr>
              <a:defRPr sz="1700"/>
            </a:pPr>
            <a:r>
              <a:t>Foto principal + subtítulo factual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DESLIZE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FICHA RÁPIDA</a:t>
            </a:r>
          </a:p>
          <a:p>
            <a:pPr>
              <a:defRPr sz="1700"/>
            </a:pPr>
            <a:r>
              <a:t>Quartos • Vagas • Área • Região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PRÓXIMO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O QUE MAIS CHAMA ATENÇÃO</a:t>
            </a:r>
          </a:p>
          <a:p>
            <a:pPr>
              <a:defRPr sz="1700"/>
            </a:pPr>
            <a:r>
              <a:t>Diferencial 1 • 2 •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PRÓXIMO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OPORTUNIDADE</a:t>
            </a:r>
          </a:p>
          <a:p>
            <a:pPr>
              <a:defRPr sz="1700"/>
            </a:pPr>
            <a:r>
              <a:t>Foto + condição confirmada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FALE COMIGO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NOVO LANÇAMENTO</a:t>
            </a:r>
          </a:p>
          <a:p>
            <a:pPr>
              <a:defRPr sz="1700"/>
            </a:pPr>
            <a:r>
              <a:t>Nome + região + proposta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RECEBER INFORMAÇÕES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VENDIDO</a:t>
            </a:r>
          </a:p>
          <a:p>
            <a:pPr>
              <a:defRPr sz="1700"/>
            </a:pPr>
            <a:r>
              <a:t>Foto + mensagem de conquista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PROCURA PARECIDO?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TOUR RÁPIDO</a:t>
            </a:r>
          </a:p>
          <a:p>
            <a:pPr>
              <a:defRPr sz="1700"/>
            </a:pPr>
            <a:r>
              <a:t>Imagem + 3 detalhes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ASSISTA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3 MOTIVOS</a:t>
            </a:r>
          </a:p>
          <a:p>
            <a:pPr>
              <a:defRPr sz="1700"/>
            </a:pPr>
            <a:r>
              <a:t>Imagem + motivos 1/2/3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PLAY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VALE A VISITA?</a:t>
            </a:r>
          </a:p>
          <a:p>
            <a:pPr>
              <a:defRPr sz="1700"/>
            </a:pPr>
            <a:r>
              <a:t>Imagem + pergunta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6949440" cy="5852160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/>
              <a:t>INSIRA A FOTO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73152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/>
              <a:t>QUER RECEBER A FICHA?</a:t>
            </a:r>
          </a:p>
          <a:p>
            <a:pPr>
              <a:defRPr sz="1700"/>
            </a:pPr>
            <a:r>
              <a:t>Foto + benefício do próximo passo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5257800"/>
            <a:ext cx="3474720" cy="685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/>
              <a:t>WHATSAPP /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